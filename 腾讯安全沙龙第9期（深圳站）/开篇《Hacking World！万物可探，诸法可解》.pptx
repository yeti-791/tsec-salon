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674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200400" y="-2011680"/>
            <a:ext cx="5760720" cy="5760720"/>
          </a:xfrm>
          <a:prstGeom prst="ellipse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0A0E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1554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CROSS-DISCIPLINARY HACKER CONFERENCE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214884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kern="0" spc="1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HACKING WORLD！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 err="1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万物皆可探</a:t>
            </a:r>
            <a:r>
              <a:rPr lang="en-US" sz="2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Hacking Everything！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(curious) { hack(everything); 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</a:t>
            </a:r>
            <a:r>
              <a:rPr lang="en-US" sz="10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Hacking World · </a:t>
            </a:r>
            <a:r>
              <a:rPr lang="en-US" sz="1000" dirty="0" err="1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万物皆可探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0" y="64465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11</a:t>
            </a:r>
            <a:endParaRPr lang="en-US" sz="10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47C40CB-1685-43F8-4099-6ADA65925E52}"/>
              </a:ext>
            </a:extLst>
          </p:cNvPr>
          <p:cNvSpPr/>
          <p:nvPr/>
        </p:nvSpPr>
        <p:spPr>
          <a:xfrm>
            <a:off x="-13716" y="5472684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李鑫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REDEFINE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2296" cy="82296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重新定义</a:t>
            </a:r>
            <a:r>
              <a:rPr lang="en-US" sz="40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黑客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633472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88720" y="25146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黑客 ≠ 犯罪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319272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88720" y="32004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黑客 = </a:t>
            </a:r>
            <a:r>
              <a:rPr lang="en-US" sz="23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理解系统、突破边界、创造性解决问题的人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4005072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88720" y="38862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溯源：电话飞客 Phreaking → MIT 黑客文化 → 今天的跨界探索者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77240" y="4892040"/>
            <a:ext cx="73152" cy="109728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4892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黑客不是一种身份，而是一种看世界的方式。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</a:t>
            </a:r>
            <a:r>
              <a:rPr lang="en-US" sz="10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Hacking World · </a:t>
            </a:r>
            <a:r>
              <a:rPr lang="en-US" sz="1000" dirty="0" err="1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万物皆可探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84080" y="64465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PHILOSOPHY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2296" cy="82296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一种</a:t>
            </a:r>
            <a:r>
              <a:rPr lang="en-US" sz="40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探索方法论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5212080" cy="841248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73152" cy="84124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5156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</a:t>
            </a:r>
            <a:r>
              <a:rPr lang="en-US" sz="20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好奇心优先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44168" y="2926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4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Curiosity First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2468880"/>
            <a:ext cx="5212080" cy="841248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355080" y="2468880"/>
            <a:ext cx="73152" cy="84124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62940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</a:t>
            </a:r>
            <a:r>
              <a:rPr lang="en-US" sz="20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突破边界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22008" y="2926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4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 the Boundary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602736"/>
            <a:ext cx="5212080" cy="841248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77240" y="3602736"/>
            <a:ext cx="73152" cy="84124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51560" y="3694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</a:t>
            </a:r>
            <a:r>
              <a:rPr lang="en-US" sz="20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动手实证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44168" y="40599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4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&amp; Empirical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3602736"/>
            <a:ext cx="5212080" cy="841248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355080" y="3602736"/>
            <a:ext cx="73152" cy="84124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29400" y="3694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</a:t>
            </a:r>
            <a:r>
              <a:rPr lang="en-US" sz="20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开放共享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22008" y="40599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4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&amp; Share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4736592"/>
            <a:ext cx="5212080" cy="841248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77240" y="4736592"/>
            <a:ext cx="73152" cy="84124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51560" y="4828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</a:t>
            </a:r>
            <a:r>
              <a:rPr lang="en-US" sz="20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建设性与责任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44168" y="5193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4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Ethical &amp; Constructive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</a:t>
            </a:r>
            <a:r>
              <a:rPr lang="en-US" sz="10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Hacking World · </a:t>
            </a:r>
            <a:r>
              <a:rPr lang="en-US" sz="1000" dirty="0" err="1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万物皆可探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84080" y="64465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498080" y="3474720"/>
            <a:ext cx="5943600" cy="5943600"/>
          </a:xfrm>
          <a:prstGeom prst="ellipse">
            <a:avLst/>
          </a:prstGeom>
          <a:solidFill>
            <a:srgbClr val="22D3EE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BELIEF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91440" cy="201168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43000" y="237744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4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理解一个系统的最好方式，是尝试突破它；</a:t>
            </a:r>
            <a:endParaRPr lang="en-US" sz="34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改进它的最好方式，是先真正理解它。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</a:t>
            </a:r>
            <a:r>
              <a:rPr lang="en-US" sz="10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Hacking World · </a:t>
            </a:r>
            <a:r>
              <a:rPr lang="en-US" sz="1000" dirty="0" err="1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万物皆可探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465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THE LANDSCAPE · 7 领域 / 43 类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r>
              <a:rPr lang="en-US" sz="32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比特</a:t>
            </a:r>
            <a:r>
              <a:rPr lang="en-US" sz="32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</a:t>
            </a:r>
            <a:r>
              <a:rPr lang="en-US" sz="32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</a:t>
            </a:r>
            <a:r>
              <a:rPr lang="en-US" sz="32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：万物皆可黑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9751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数字与网络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网络·系统·Web·移动·云·无线·数据库·逆向·恶意软件·密码·AI·区块链·游戏·供应链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74136" y="1828800"/>
            <a:ext cx="2651760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557016" y="19751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硬件与物理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57016" y="24871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物理·硬件·固件·侧信道·锁具·RFID/NFC·电话飞客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57016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9632" y="1828800"/>
            <a:ext cx="2651760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382512" y="19751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万物互联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2512" y="24871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物联网·嵌入式·工控 ICS/SCADA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82512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25128" y="1828800"/>
            <a:ext cx="2651760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208008" y="19751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🚗 交通与基建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08008" y="24871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汽车·航空·卫星航天·无人机·导航欺骗·海事·铁路·能源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08008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类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58768"/>
            <a:ext cx="2651760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3152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🏛 行业领域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51713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金融·医疗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5303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类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74136" y="3858768"/>
            <a:ext cx="2651760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557016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🧬 生命与人体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57016" y="451713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生物·身体·神经（脑机接口）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57016" y="5303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类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99632" y="3858768"/>
            <a:ext cx="2651760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382512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人与社会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82512" y="451713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社会工程·生活·增长·公民·心智·玩笑黑客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82512" y="5303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类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25128" y="3858768"/>
            <a:ext cx="2651760" cy="1828800"/>
          </a:xfrm>
          <a:prstGeom prst="rect">
            <a:avLst/>
          </a:prstGeom>
          <a:solidFill>
            <a:srgbClr val="111C2B"/>
          </a:solidFill>
          <a:ln w="19050">
            <a:solidFill>
              <a:srgbClr val="00FF9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208008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合计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08008" y="451713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一张真正意义上的“万物皆可黑”地图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208008" y="5303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类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</a:t>
            </a:r>
            <a:r>
              <a:rPr lang="en-US" sz="10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Hacking World · </a:t>
            </a:r>
            <a:r>
              <a:rPr lang="en-US" sz="1000" dirty="0" err="1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万物皆可探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784080" y="64465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WOW MOMENTS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每个领域，都有一个</a:t>
            </a:r>
            <a:r>
              <a:rPr lang="en-US" sz="32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“哇点”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38728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38728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数字 · AI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62432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给熊猫图加一点噪点，AI 却认成了长臂猿。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25112" y="1874520"/>
            <a:ext cx="3538728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325112" y="1874520"/>
            <a:ext cx="3538728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553712" y="2130552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物理 · 侧信道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53712" y="262432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“听”CPU 的功耗，就能偷出密钥。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01584" y="1874520"/>
            <a:ext cx="3538728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538728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330184" y="2130552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工控 · Stuxnet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30184" y="262432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一段代码，让离心机自己转到损毁。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538728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538728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77240" y="4233672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🚗 交通 · 汽车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472744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研究员远程“黑”进一辆行驶中的越野车。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25112" y="3977640"/>
            <a:ext cx="3538728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325112" y="3977640"/>
            <a:ext cx="3538728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553712" y="4233672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🧬 生命 · 脑机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53712" y="472744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不动手，用“意念”打字。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01584" y="3977640"/>
            <a:ext cx="3538728" cy="182880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101584" y="3977640"/>
            <a:ext cx="3538728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330184" y="4233672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人 · 社工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30184" y="472744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一通电话，胜过千行漏洞代码。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</a:t>
            </a:r>
            <a:r>
              <a:rPr lang="en-US" sz="10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Hacking World · </a:t>
            </a:r>
            <a:r>
              <a:rPr lang="en-US" sz="1000" dirty="0" err="1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万物皆可探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84080" y="64465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WHY CROSS-DISCIPLINARY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2296" cy="137160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真正的突破，常发生在学科的</a:t>
            </a:r>
            <a:r>
              <a:rPr lang="en-US" sz="38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交界处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3172968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88720" y="3063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汽车安全</a:t>
            </a:r>
            <a:r>
              <a:rPr lang="en-US" sz="24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借鉴  </a:t>
            </a:r>
            <a:r>
              <a:rPr lang="en-US" sz="24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工控攻防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3831336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88720" y="37216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生物黑客</a:t>
            </a:r>
            <a:r>
              <a:rPr lang="en-US" sz="24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借鉴  </a:t>
            </a:r>
            <a:r>
              <a:rPr lang="en-US" sz="24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开源软件精神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22960" y="448970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88720" y="437997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增长黑客</a:t>
            </a:r>
            <a:r>
              <a:rPr lang="en-US" sz="24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借鉴  </a:t>
            </a:r>
            <a:r>
              <a:rPr lang="en-US" sz="24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 实验思维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77240" y="5257800"/>
            <a:ext cx="73152" cy="82296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5257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墙的另一边，站着能给你答案的人。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</a:t>
            </a:r>
            <a:r>
              <a:rPr lang="en-US" sz="10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Hacking World · </a:t>
            </a:r>
            <a:r>
              <a:rPr lang="en-US" sz="1000" dirty="0" err="1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万物皆可探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84080" y="64465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COMMUNITY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2296" cy="82296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我们在建：</a:t>
            </a:r>
            <a:r>
              <a:rPr lang="en-US" sz="38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Hacking Wiki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3429000" cy="192024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73152" cy="192024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33272" y="2770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🌱 一部“活的百科”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33272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43 类为骨架，收录原理·案例·工具·学习路径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98848" y="2514600"/>
            <a:ext cx="3429000" cy="192024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498848" y="2514600"/>
            <a:ext cx="73152" cy="192024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2770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跨界索引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以“方法论”横向打通所有领域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0456" y="2514600"/>
            <a:ext cx="3429000" cy="1920240"/>
          </a:xfrm>
          <a:prstGeom prst="rect">
            <a:avLst/>
          </a:prstGeom>
          <a:solidFill>
            <a:srgbClr val="0F1621"/>
          </a:solidFill>
          <a:ln w="12700">
            <a:solidFill>
              <a:srgbClr val="1C273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220456" y="2514600"/>
            <a:ext cx="73152" cy="192024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76488" y="2770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社区共建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76488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人人可贡献，随技术演进不断生长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终极目标：</a:t>
            </a:r>
            <a:r>
              <a:rPr lang="en-US" sz="26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让跨界人才相遇、合作、创造。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</a:t>
            </a:r>
            <a:r>
              <a:rPr lang="en-US" sz="10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Hacking World · </a:t>
            </a:r>
            <a:r>
              <a:rPr lang="en-US" sz="1000" dirty="0" err="1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万物皆可探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0" y="64465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291840" y="-2194560"/>
            <a:ext cx="5669280" cy="5669280"/>
          </a:xfrm>
          <a:prstGeom prst="ellipse">
            <a:avLst/>
          </a:prstGeom>
          <a:solidFill>
            <a:srgbClr val="00FF9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1463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JOIN 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12188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万物可探，诸法可解</a:t>
            </a:r>
            <a:r>
              <a:rPr lang="en-US" sz="4400" b="1" dirty="0">
                <a:solidFill>
                  <a:srgbClr val="00F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2918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让我们一起，理解世界，然后重塑它。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🔓  加入社区  ·  贡献 Wiki  ·  找到你的跨界搭档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</a:t>
            </a:r>
            <a:r>
              <a:rPr lang="en-US" sz="10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Hacking World · </a:t>
            </a:r>
            <a:r>
              <a:rPr lang="en-US" sz="1000" dirty="0" err="1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万物皆可探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0" y="64465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HACKING WORLD！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6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r>
              <a:rPr lang="en-US" sz="2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Hacking Everything！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5029200"/>
            <a:ext cx="5788152" cy="0"/>
          </a:xfrm>
          <a:prstGeom prst="line">
            <a:avLst/>
          </a:prstGeom>
          <a:noFill/>
          <a:ln w="12700">
            <a:solidFill>
              <a:srgbClr val="1C2736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52120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本会倡导白帽 / 道德黑客（Ethical Hacking）——合法授权、无害探索，尊重隐私与法律。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</a:t>
            </a:r>
            <a:r>
              <a:rPr lang="en-US" sz="1000" dirty="0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Hacking World · </a:t>
            </a:r>
            <a:r>
              <a:rPr lang="en-US" sz="1000" dirty="0" err="1">
                <a:solidFill>
                  <a:srgbClr val="849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万物皆可探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465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3859</TotalTime>
  <Words>495</Words>
  <Application>Microsoft Macintosh PowerPoint</Application>
  <PresentationFormat>宽屏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Hacking World！万物皆可黑</dc:title>
  <dc:subject>PptxGenJS Presentation</dc:subject>
  <dc:creator>Hacking World</dc:creator>
  <cp:lastModifiedBy>T172426</cp:lastModifiedBy>
  <cp:revision>7</cp:revision>
  <dcterms:created xsi:type="dcterms:W3CDTF">2026-07-01T10:30:02Z</dcterms:created>
  <dcterms:modified xsi:type="dcterms:W3CDTF">2026-07-09T07:38:43Z</dcterms:modified>
</cp:coreProperties>
</file>